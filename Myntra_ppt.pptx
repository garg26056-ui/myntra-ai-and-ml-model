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69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CF744-D081-49AE-B72D-3CBB81DB6AAE}" v="6" dt="2026-09-17T04:05:17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dik Garg" userId="abea92b1a2a91a7e" providerId="LiveId" clId="{91EB56A8-A976-4261-A6AB-90AE4B3AB7C5}"/>
    <pc:docChg chg="custSel addSld modSld sldOrd">
      <pc:chgData name="Hardik Garg" userId="abea92b1a2a91a7e" providerId="LiveId" clId="{91EB56A8-A976-4261-A6AB-90AE4B3AB7C5}" dt="2026-09-17T04:11:30.424" v="620" actId="20577"/>
      <pc:docMkLst>
        <pc:docMk/>
      </pc:docMkLst>
      <pc:sldChg chg="addSp delSp modSp mod">
        <pc:chgData name="Hardik Garg" userId="abea92b1a2a91a7e" providerId="LiveId" clId="{91EB56A8-A976-4261-A6AB-90AE4B3AB7C5}" dt="2026-09-16T05:11:03.614" v="2"/>
        <pc:sldMkLst>
          <pc:docMk/>
          <pc:sldMk cId="0" sldId="267"/>
        </pc:sldMkLst>
        <pc:spChg chg="add del mod">
          <ac:chgData name="Hardik Garg" userId="abea92b1a2a91a7e" providerId="LiveId" clId="{91EB56A8-A976-4261-A6AB-90AE4B3AB7C5}" dt="2026-09-16T05:11:03.614" v="2"/>
          <ac:spMkLst>
            <pc:docMk/>
            <pc:sldMk cId="0" sldId="267"/>
            <ac:spMk id="7" creationId="{F49E5CD1-AA7E-C407-01CF-897337675D22}"/>
          </ac:spMkLst>
        </pc:spChg>
      </pc:sldChg>
      <pc:sldChg chg="addSp delSp modSp mod">
        <pc:chgData name="Hardik Garg" userId="abea92b1a2a91a7e" providerId="LiveId" clId="{91EB56A8-A976-4261-A6AB-90AE4B3AB7C5}" dt="2026-09-16T05:32:17.926" v="28" actId="478"/>
        <pc:sldMkLst>
          <pc:docMk/>
          <pc:sldMk cId="780668400" sldId="268"/>
        </pc:sldMkLst>
        <pc:spChg chg="mod">
          <ac:chgData name="Hardik Garg" userId="abea92b1a2a91a7e" providerId="LiveId" clId="{91EB56A8-A976-4261-A6AB-90AE4B3AB7C5}" dt="2026-09-16T05:28:34.673" v="17" actId="20577"/>
          <ac:spMkLst>
            <pc:docMk/>
            <pc:sldMk cId="780668400" sldId="268"/>
            <ac:spMk id="3" creationId="{853D5D5F-3365-8314-8CDE-00DECDC77950}"/>
          </ac:spMkLst>
        </pc:spChg>
        <pc:spChg chg="add del mod">
          <ac:chgData name="Hardik Garg" userId="abea92b1a2a91a7e" providerId="LiveId" clId="{91EB56A8-A976-4261-A6AB-90AE4B3AB7C5}" dt="2026-09-16T05:32:17.926" v="28" actId="478"/>
          <ac:spMkLst>
            <pc:docMk/>
            <pc:sldMk cId="780668400" sldId="268"/>
            <ac:spMk id="8" creationId="{E45BC014-9FDA-397E-B1DC-025D23F8B116}"/>
          </ac:spMkLst>
        </pc:spChg>
        <pc:picChg chg="del">
          <ac:chgData name="Hardik Garg" userId="abea92b1a2a91a7e" providerId="LiveId" clId="{91EB56A8-A976-4261-A6AB-90AE4B3AB7C5}" dt="2026-09-16T05:28:21.299" v="3" actId="21"/>
          <ac:picMkLst>
            <pc:docMk/>
            <pc:sldMk cId="780668400" sldId="268"/>
            <ac:picMk id="5" creationId="{A1FA6A96-6471-5009-AC99-3266CDEF4447}"/>
          </ac:picMkLst>
        </pc:picChg>
        <pc:picChg chg="add mod">
          <ac:chgData name="Hardik Garg" userId="abea92b1a2a91a7e" providerId="LiveId" clId="{91EB56A8-A976-4261-A6AB-90AE4B3AB7C5}" dt="2026-09-16T05:29:09.351" v="21" actId="1076"/>
          <ac:picMkLst>
            <pc:docMk/>
            <pc:sldMk cId="780668400" sldId="268"/>
            <ac:picMk id="7" creationId="{08D2E96A-3491-60AE-9C9B-930D76AF91C0}"/>
          </ac:picMkLst>
        </pc:picChg>
      </pc:sldChg>
      <pc:sldChg chg="addSp delSp modSp mod ord">
        <pc:chgData name="Hardik Garg" userId="abea92b1a2a91a7e" providerId="LiveId" clId="{91EB56A8-A976-4261-A6AB-90AE4B3AB7C5}" dt="2026-09-17T04:00:15.340" v="583"/>
        <pc:sldMkLst>
          <pc:docMk/>
          <pc:sldMk cId="3746343025" sldId="269"/>
        </pc:sldMkLst>
        <pc:spChg chg="mod">
          <ac:chgData name="Hardik Garg" userId="abea92b1a2a91a7e" providerId="LiveId" clId="{91EB56A8-A976-4261-A6AB-90AE4B3AB7C5}" dt="2026-09-16T05:48:11.459" v="319" actId="20577"/>
          <ac:spMkLst>
            <pc:docMk/>
            <pc:sldMk cId="3746343025" sldId="269"/>
            <ac:spMk id="4" creationId="{4AA1B1CA-C53F-E58C-54DD-292770659743}"/>
          </ac:spMkLst>
        </pc:spChg>
        <pc:spChg chg="add del">
          <ac:chgData name="Hardik Garg" userId="abea92b1a2a91a7e" providerId="LiveId" clId="{91EB56A8-A976-4261-A6AB-90AE4B3AB7C5}" dt="2026-09-16T05:32:53.140" v="31" actId="21"/>
          <ac:spMkLst>
            <pc:docMk/>
            <pc:sldMk cId="3746343025" sldId="269"/>
            <ac:spMk id="5" creationId="{7EECD348-97CB-CEC9-952B-4FB2491CF19A}"/>
          </ac:spMkLst>
        </pc:spChg>
        <pc:spChg chg="add mod">
          <ac:chgData name="Hardik Garg" userId="abea92b1a2a91a7e" providerId="LiveId" clId="{91EB56A8-A976-4261-A6AB-90AE4B3AB7C5}" dt="2026-09-16T06:21:43.453" v="363" actId="20577"/>
          <ac:spMkLst>
            <pc:docMk/>
            <pc:sldMk cId="3746343025" sldId="269"/>
            <ac:spMk id="6" creationId="{06C9A780-C57C-8877-7A52-0E5F08A7AB31}"/>
          </ac:spMkLst>
        </pc:spChg>
        <pc:picChg chg="del">
          <ac:chgData name="Hardik Garg" userId="abea92b1a2a91a7e" providerId="LiveId" clId="{91EB56A8-A976-4261-A6AB-90AE4B3AB7C5}" dt="2026-09-16T05:32:24.333" v="29" actId="478"/>
          <ac:picMkLst>
            <pc:docMk/>
            <pc:sldMk cId="3746343025" sldId="269"/>
            <ac:picMk id="3" creationId="{2302F4AC-F725-058F-1221-DB53F7D528C0}"/>
          </ac:picMkLst>
        </pc:picChg>
      </pc:sldChg>
      <pc:sldChg chg="addSp delSp modSp new mod">
        <pc:chgData name="Hardik Garg" userId="abea92b1a2a91a7e" providerId="LiveId" clId="{91EB56A8-A976-4261-A6AB-90AE4B3AB7C5}" dt="2026-09-17T04:05:40.834" v="613" actId="1076"/>
        <pc:sldMkLst>
          <pc:docMk/>
          <pc:sldMk cId="1475453339" sldId="270"/>
        </pc:sldMkLst>
        <pc:spChg chg="add del mod">
          <ac:chgData name="Hardik Garg" userId="abea92b1a2a91a7e" providerId="LiveId" clId="{91EB56A8-A976-4261-A6AB-90AE4B3AB7C5}" dt="2026-09-17T04:00:30.140" v="586"/>
          <ac:spMkLst>
            <pc:docMk/>
            <pc:sldMk cId="1475453339" sldId="270"/>
            <ac:spMk id="2" creationId="{21AE406F-0D23-0A72-0F0F-56ECF6C381BC}"/>
          </ac:spMkLst>
        </pc:spChg>
        <pc:spChg chg="add mod">
          <ac:chgData name="Hardik Garg" userId="abea92b1a2a91a7e" providerId="LiveId" clId="{91EB56A8-A976-4261-A6AB-90AE4B3AB7C5}" dt="2026-09-17T04:04:00.628" v="609" actId="20577"/>
          <ac:spMkLst>
            <pc:docMk/>
            <pc:sldMk cId="1475453339" sldId="270"/>
            <ac:spMk id="3" creationId="{CD7B96A2-4411-49D2-7232-245CCD67F69C}"/>
          </ac:spMkLst>
        </pc:spChg>
        <pc:spChg chg="add mod">
          <ac:chgData name="Hardik Garg" userId="abea92b1a2a91a7e" providerId="LiveId" clId="{91EB56A8-A976-4261-A6AB-90AE4B3AB7C5}" dt="2026-09-17T04:05:40.834" v="613" actId="1076"/>
          <ac:spMkLst>
            <pc:docMk/>
            <pc:sldMk cId="1475453339" sldId="270"/>
            <ac:spMk id="4" creationId="{B53068D1-67DD-4715-6B07-1CD2BDAC16B5}"/>
          </ac:spMkLst>
        </pc:spChg>
      </pc:sldChg>
      <pc:sldChg chg="addSp delSp modSp new mod ord">
        <pc:chgData name="Hardik Garg" userId="abea92b1a2a91a7e" providerId="LiveId" clId="{91EB56A8-A976-4261-A6AB-90AE4B3AB7C5}" dt="2026-09-17T04:11:30.424" v="620" actId="20577"/>
        <pc:sldMkLst>
          <pc:docMk/>
          <pc:sldMk cId="2717243257" sldId="271"/>
        </pc:sldMkLst>
        <pc:spChg chg="add del mod">
          <ac:chgData name="Hardik Garg" userId="abea92b1a2a91a7e" providerId="LiveId" clId="{91EB56A8-A976-4261-A6AB-90AE4B3AB7C5}" dt="2026-09-17T03:47:07.407" v="372"/>
          <ac:spMkLst>
            <pc:docMk/>
            <pc:sldMk cId="2717243257" sldId="271"/>
            <ac:spMk id="4" creationId="{A99CBFDE-71C6-C8FE-12C4-B07B52CABB8E}"/>
          </ac:spMkLst>
        </pc:spChg>
        <pc:spChg chg="add mod">
          <ac:chgData name="Hardik Garg" userId="abea92b1a2a91a7e" providerId="LiveId" clId="{91EB56A8-A976-4261-A6AB-90AE4B3AB7C5}" dt="2026-09-17T04:11:30.424" v="620" actId="20577"/>
          <ac:spMkLst>
            <pc:docMk/>
            <pc:sldMk cId="2717243257" sldId="271"/>
            <ac:spMk id="5" creationId="{043D598E-22F1-CF86-87B0-8E1561F42EB6}"/>
          </ac:spMkLst>
        </pc:spChg>
        <pc:picChg chg="add mod">
          <ac:chgData name="Hardik Garg" userId="abea92b1a2a91a7e" providerId="LiveId" clId="{91EB56A8-A976-4261-A6AB-90AE4B3AB7C5}" dt="2026-09-17T03:53:46.048" v="376" actId="1076"/>
          <ac:picMkLst>
            <pc:docMk/>
            <pc:sldMk cId="2717243257" sldId="271"/>
            <ac:picMk id="3" creationId="{47F6C73F-F952-4D06-4C96-3F8AD0276AF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8175D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3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Previous Returns</c:v>
                </c:pt>
                <c:pt idx="1">
                  <c:v>Age</c:v>
                </c:pt>
                <c:pt idx="2">
                  <c:v>Previous Purchases</c:v>
                </c:pt>
                <c:pt idx="3">
                  <c:v>Height (cm)</c:v>
                </c:pt>
                <c:pt idx="4">
                  <c:v>Weight (kg)</c:v>
                </c:pt>
                <c:pt idx="5">
                  <c:v>Previous Size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6.8199999999999997E-2</c:v>
                </c:pt>
                <c:pt idx="1">
                  <c:v>8.3500000000000005E-2</c:v>
                </c:pt>
                <c:pt idx="2">
                  <c:v>8.6499999999999994E-2</c:v>
                </c:pt>
                <c:pt idx="3">
                  <c:v>9.9199999999999997E-2</c:v>
                </c:pt>
                <c:pt idx="4">
                  <c:v>0.14599999999999999</c:v>
                </c:pt>
                <c:pt idx="5">
                  <c:v>0.17230000000000001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64-004E-95CF-F078EA23E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3F19D-7E6D-B847-B625-332197CF823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F1080-A310-3A49-8182-6ECFB6F62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mal1106preet-lang" TargetMode="External"/><Relationship Id="rId3" Type="http://schemas.openxmlformats.org/officeDocument/2006/relationships/hyperlink" Target="https://github.com/sharmaalika9-cyber" TargetMode="External"/><Relationship Id="rId7" Type="http://schemas.openxmlformats.org/officeDocument/2006/relationships/hyperlink" Target="https://github.com/Matrixx-69" TargetMode="External"/><Relationship Id="rId2" Type="http://schemas.openxmlformats.org/officeDocument/2006/relationships/hyperlink" Target="https://github.com/Aariv0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harshitjain7056-bot" TargetMode="External"/><Relationship Id="rId11" Type="http://schemas.openxmlformats.org/officeDocument/2006/relationships/hyperlink" Target="https://github.com/jindalgopal87-create" TargetMode="External"/><Relationship Id="rId5" Type="http://schemas.openxmlformats.org/officeDocument/2006/relationships/hyperlink" Target="https://github.com/adityaarora398-tech" TargetMode="External"/><Relationship Id="rId10" Type="http://schemas.openxmlformats.org/officeDocument/2006/relationships/hyperlink" Target="https://github.com/harshpreetsingh2582-cpu" TargetMode="External"/><Relationship Id="rId4" Type="http://schemas.openxmlformats.org/officeDocument/2006/relationships/hyperlink" Target="https://github.com/bhavyapahuja027-boop" TargetMode="External"/><Relationship Id="rId9" Type="http://schemas.openxmlformats.org/officeDocument/2006/relationships/hyperlink" Target="https://github.com/garg26056-u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6C73F-F952-4D06-4C96-3F8AD027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561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3D598E-22F1-CF86-87B0-8E1561F42EB6}"/>
              </a:ext>
            </a:extLst>
          </p:cNvPr>
          <p:cNvSpPr txBox="1"/>
          <p:nvPr/>
        </p:nvSpPr>
        <p:spPr>
          <a:xfrm>
            <a:off x="0" y="55610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Team members : Hardik Garg , Ariv Aggarwal , Alika , Bhavya , Aman , Harshit Jain , Aditya Arora , Gopal Jindal , Chirayu Goyal , Kamalpreet Kaur , </a:t>
            </a:r>
            <a:r>
              <a:rPr lang="en-US" err="1"/>
              <a:t>Harshpreet</a:t>
            </a:r>
            <a:r>
              <a:rPr lang="en-US"/>
              <a:t> Singh , Aditya </a:t>
            </a:r>
            <a:r>
              <a:rPr lang="en-US" err="1"/>
              <a:t>sharma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2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8175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CLASS PRESENTATION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Clothing</a:t>
            </a:r>
            <a:endParaRPr lang="en-US" sz="440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Recommendation System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size-related returns for online fashion retail with supervised machine learning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841248" y="4617720"/>
            <a:ext cx="2926080" cy="0"/>
          </a:xfrm>
          <a:prstGeom prst="line">
            <a:avLst/>
          </a:prstGeom>
          <a:noFill/>
          <a:ln w="25400">
            <a:solidFill>
              <a:srgbClr val="E817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38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Fintech &amp; AI  •  Chitkara Business School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8778240" y="4846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5010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9006840" y="52852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BUSINESS PROBLEM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clothing size matters to online fashion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in-store shopping, online shoppers can't try before they buy — they rely on size charts that vary between brands and product lines, so wrong-size orders are common.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E8175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51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Return Rates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0467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items are shipped back, driving up reverse-logistics cost.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363931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Dissatisfaction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63931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fit is a frustrating experience that erodes brand loyalty.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395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7395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Sales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7395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uncertainty causes hesitation and abandoned carts.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859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930859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930859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return shipments add avoidable carbon footprint.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AI system that recommends the most suitable size for each customer, reducing returns and improving the shopping experience.</a:t>
            </a:r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APPROACH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personalization: the solution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Supervised Machine Learning problem — specifically Classification, where the model predicts a size category rather than a continuous number.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Random Forest Classifier: an ensemble of decision trees that handles mixed numeric and categorical data well and gives good baseline accuracy.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CLASSES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1664208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2505456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3346704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4187952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502920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XXL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5989320" y="1600200"/>
            <a:ext cx="5669280" cy="4069080"/>
          </a:xfrm>
          <a:prstGeom prst="roundRect">
            <a:avLst>
              <a:gd name="adj" fmla="val 1798"/>
            </a:avLst>
          </a:prstGeom>
          <a:solidFill>
            <a:srgbClr val="FB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SIGNALS THE MODEL USES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26364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891540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626364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(cm)</a:t>
            </a:r>
            <a:endParaRPr lang="en-US" sz="1250"/>
          </a:p>
        </p:txBody>
      </p:sp>
      <p:sp>
        <p:nvSpPr>
          <p:cNvPr id="28" name="Shape 26"/>
          <p:cNvSpPr/>
          <p:nvPr/>
        </p:nvSpPr>
        <p:spPr>
          <a:xfrm>
            <a:off x="891540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(kg)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626364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Size</a:t>
            </a:r>
            <a:endParaRPr lang="en-US" sz="1250"/>
          </a:p>
        </p:txBody>
      </p:sp>
      <p:sp>
        <p:nvSpPr>
          <p:cNvPr id="32" name="Shape 30"/>
          <p:cNvSpPr/>
          <p:nvPr/>
        </p:nvSpPr>
        <p:spPr>
          <a:xfrm>
            <a:off x="891540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50"/>
          </a:p>
        </p:txBody>
      </p:sp>
      <p:sp>
        <p:nvSpPr>
          <p:cNvPr id="34" name="Shape 32"/>
          <p:cNvSpPr/>
          <p:nvPr/>
        </p:nvSpPr>
        <p:spPr>
          <a:xfrm>
            <a:off x="626364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/>
          </a:p>
        </p:txBody>
      </p:sp>
      <p:sp>
        <p:nvSpPr>
          <p:cNvPr id="36" name="Shape 34"/>
          <p:cNvSpPr/>
          <p:nvPr/>
        </p:nvSpPr>
        <p:spPr>
          <a:xfrm>
            <a:off x="891540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Preference</a:t>
            </a:r>
            <a:endParaRPr lang="en-US" sz="1250"/>
          </a:p>
        </p:txBody>
      </p:sp>
      <p:sp>
        <p:nvSpPr>
          <p:cNvPr id="38" name="Shape 36"/>
          <p:cNvSpPr/>
          <p:nvPr/>
        </p:nvSpPr>
        <p:spPr>
          <a:xfrm>
            <a:off x="626364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250"/>
          </a:p>
        </p:txBody>
      </p:sp>
      <p:sp>
        <p:nvSpPr>
          <p:cNvPr id="40" name="Shape 38"/>
          <p:cNvSpPr/>
          <p:nvPr/>
        </p:nvSpPr>
        <p:spPr>
          <a:xfrm>
            <a:off x="891540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Returns</a:t>
            </a:r>
            <a:endParaRPr lang="en-US" sz="125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DATA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synthetic dataset, built for academic use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dataset was generated to simulate realistic customer and product data — no real Myntra or customer data was used, avoiding privacy concerns entirely.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340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/>
          </a:p>
        </p:txBody>
      </p:sp>
      <p:sp>
        <p:nvSpPr>
          <p:cNvPr id="10" name="Text 8"/>
          <p:cNvSpPr/>
          <p:nvPr/>
        </p:nvSpPr>
        <p:spPr>
          <a:xfrm>
            <a:off x="338328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621792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/>
          </a:p>
        </p:txBody>
      </p:sp>
      <p:sp>
        <p:nvSpPr>
          <p:cNvPr id="16" name="Text 14"/>
          <p:cNvSpPr/>
          <p:nvPr/>
        </p:nvSpPr>
        <p:spPr>
          <a:xfrm>
            <a:off x="905256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target size classes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132588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210312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288036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365760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4348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data?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customer privacy — no real records involved</a:t>
            </a:r>
            <a:endParaRPr lang="en-US" sz="125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data-access constraints of an academic project</a:t>
            </a:r>
            <a:endParaRPr lang="en-US" sz="125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design balanced, realistic relationships between attributes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WE BUILT IT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13232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 of size, height, weight &amp; categorical features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618842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2801722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0" name="Text 8"/>
          <p:cNvSpPr/>
          <p:nvPr/>
        </p:nvSpPr>
        <p:spPr>
          <a:xfrm>
            <a:off x="2966314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2966314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2966314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inconsistent entries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871923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5054803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9395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5219395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219395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features; encode categorical text into numbers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125005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/>
          </a:p>
        </p:txBody>
      </p:sp>
      <p:sp>
        <p:nvSpPr>
          <p:cNvPr id="19" name="Shape 17"/>
          <p:cNvSpPr/>
          <p:nvPr/>
        </p:nvSpPr>
        <p:spPr>
          <a:xfrm>
            <a:off x="7307885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7472477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7472477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472477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so every size class is represented fairly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9378086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/>
          </a:p>
        </p:txBody>
      </p:sp>
      <p:sp>
        <p:nvSpPr>
          <p:cNvPr id="24" name="Shape 22"/>
          <p:cNvSpPr/>
          <p:nvPr/>
        </p:nvSpPr>
        <p:spPr>
          <a:xfrm>
            <a:off x="9560966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E8175D"/>
          </a:solidFill>
          <a:ln/>
        </p:spPr>
      </p:sp>
      <p:sp>
        <p:nvSpPr>
          <p:cNvPr id="25" name="Text 23"/>
          <p:cNvSpPr/>
          <p:nvPr/>
        </p:nvSpPr>
        <p:spPr>
          <a:xfrm>
            <a:off x="9725558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C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/>
          </a:p>
        </p:txBody>
      </p:sp>
      <p:sp>
        <p:nvSpPr>
          <p:cNvPr id="26" name="Text 24"/>
          <p:cNvSpPr/>
          <p:nvPr/>
        </p:nvSpPr>
        <p:spPr>
          <a:xfrm>
            <a:off x="9725558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9725558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Classifier on the processed training data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PERFORMANCE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the model perform?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perfectly memorizes training data — a sign it may be overfitting.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E8175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ACCURACY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62.4%</a:t>
            </a:r>
            <a:endParaRPr lang="en-US" sz="6000"/>
          </a:p>
        </p:txBody>
      </p:sp>
      <p:sp>
        <p:nvSpPr>
          <p:cNvPr id="11" name="Text 9"/>
          <p:cNvSpPr/>
          <p:nvPr/>
        </p:nvSpPr>
        <p:spPr>
          <a:xfrm>
            <a:off x="452628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unseen data — the number that actually matters for real use.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8229600" y="24688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can overfit noisy or limited data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synthetic rows is a small dataset</a:t>
            </a:r>
            <a:endParaRPr lang="en-US" sz="11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still beats the ~17% random-chance baseline across 6 classes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(n_estimators=100)  ·  class_weight = balanced  ·  random_state = 42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EVALUATION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strong — and where it isn't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F1-score per size class (test set, n = 500). Accuracy alone can hide poor performance on smaller classes.</a:t>
            </a:r>
            <a:endParaRPr lang="en-US" sz="13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675120" cy="3566157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148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BEFF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000"/>
          </a:p>
        </p:txBody>
      </p:sp>
      <p:sp>
        <p:nvSpPr>
          <p:cNvPr id="5" name="Text 5"/>
          <p:cNvSpPr/>
          <p:nvPr/>
        </p:nvSpPr>
        <p:spPr>
          <a:xfrm>
            <a:off x="7772400" y="2697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L and XL — the most common sizes — are predicted best (F1 ≈ 0.57–0.70)</a:t>
            </a:r>
            <a:endParaRPr lang="en-US" sz="120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and XXL are rare (4 and 20 samples) and get confused with neighbouring sizes</a:t>
            </a:r>
            <a:endParaRPr lang="en-US" sz="120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accuracy: 62.4%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 IMPORTANCE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model's size prediction?</a:t>
            </a:r>
            <a:endParaRPr lang="en-US" sz="320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23232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SIGNALS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Size — 17.2%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772400" y="24871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predictor: people tend to stick with sizes close to what fit before.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77724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(kg) — 14.6%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777240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physical driver of clothing size.</a:t>
            </a:r>
            <a:endParaRPr lang="en-US" sz="1150"/>
          </a:p>
        </p:txBody>
      </p:sp>
      <p:sp>
        <p:nvSpPr>
          <p:cNvPr id="11" name="Text 8"/>
          <p:cNvSpPr/>
          <p:nvPr/>
        </p:nvSpPr>
        <p:spPr>
          <a:xfrm>
            <a:off x="777240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(cm) — 9.9%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772400" y="49560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customers often need longer or larger garments.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BUSINESS INSIGHTS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model into business value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Returns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recommended size on product pages to cut mis-sizing at the source.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3575304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2935224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Loyalty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935224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better-fitting first order builds trust and repeat purchases.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047488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5824728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5184648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Conversion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84648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sizing reduces cart abandonment during checkout.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7296912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4152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1" name="Text 19"/>
          <p:cNvSpPr/>
          <p:nvPr/>
        </p:nvSpPr>
        <p:spPr>
          <a:xfrm>
            <a:off x="8074152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7434072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Inventory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7434072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guides which sizing charts &amp; stock levels need attention.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546336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E8175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23576" y="22402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683496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9683496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generic charts to a 'Recommended for You' experience.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LIMITATIONS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honest about the constraints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Dataset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fully capture real-world sizing complexity across brands &amp; body types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is small next to millions of real transactions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288536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Constraints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4544568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trades some interpretability for accuracy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of 100% signals overfitting risk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8028432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8284464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Feedback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284464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within fixed sizes (XS–XXL); no custom sizing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feedback loop — the model doesn't yet learn from real returns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foundation, with a clear next step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realistic synthetic dataset simulating customer &amp; product attributes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full ML lifecycle: preprocessing → training → evaluation → interpretation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Random Forest model that clearly beats random-chance guessing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actionable feature-importance insights for the business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prediction logic into a reusable function, demo-ready via an interactive widget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3232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real, detailed body-measurement data over time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feature engineering (fabric stretch, garment cut, etc.)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live feedback loop — did the recommended size fit?</a:t>
            </a:r>
            <a:endParaRPr lang="en-US" sz="125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 advanced models for a possible accuracy gain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0861EF-EED0-95D3-A8D4-071A1D3FFD86}"/>
              </a:ext>
            </a:extLst>
          </p:cNvPr>
          <p:cNvSpPr/>
          <p:nvPr/>
        </p:nvSpPr>
        <p:spPr>
          <a:xfrm>
            <a:off x="681135" y="382555"/>
            <a:ext cx="4786604" cy="27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rgbClr val="FF0066"/>
                </a:solidFill>
              </a:rPr>
              <a:t>10   </a:t>
            </a:r>
            <a:r>
              <a:rPr lang="en-US" sz="1050">
                <a:solidFill>
                  <a:srgbClr val="FF0066"/>
                </a:solidFill>
              </a:rPr>
              <a:t>.     AI Tools  and Prompts Used</a:t>
            </a:r>
            <a:endParaRPr lang="en-IN" sz="1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D5D5F-3365-8314-8CDE-00DECDC77950}"/>
              </a:ext>
            </a:extLst>
          </p:cNvPr>
          <p:cNvSpPr/>
          <p:nvPr/>
        </p:nvSpPr>
        <p:spPr>
          <a:xfrm>
            <a:off x="447869" y="811763"/>
            <a:ext cx="8294915" cy="494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AI Tools Used : Gemini   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2E96A-3491-60AE-9C9B-930D76AF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1" y="1455576"/>
            <a:ext cx="8049208" cy="45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7B96A2-4411-49D2-7232-245CCD67F69C}"/>
              </a:ext>
            </a:extLst>
          </p:cNvPr>
          <p:cNvSpPr txBox="1"/>
          <p:nvPr/>
        </p:nvSpPr>
        <p:spPr>
          <a:xfrm>
            <a:off x="550506" y="401216"/>
            <a:ext cx="3582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66"/>
                </a:solidFill>
              </a:rPr>
              <a:t>11  . </a:t>
            </a:r>
            <a:r>
              <a:rPr lang="en-US" sz="1000" err="1">
                <a:solidFill>
                  <a:srgbClr val="FF0066"/>
                </a:solidFill>
              </a:rPr>
              <a:t>Pypeline</a:t>
            </a:r>
            <a:r>
              <a:rPr lang="en-US" sz="1000">
                <a:solidFill>
                  <a:srgbClr val="FF0066"/>
                </a:solidFill>
              </a:rPr>
              <a:t> </a:t>
            </a:r>
            <a:endParaRPr lang="en-IN" sz="1000">
              <a:solidFill>
                <a:srgbClr val="FF00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068D1-67DD-4715-6B07-1CD2BDAC16B5}"/>
              </a:ext>
            </a:extLst>
          </p:cNvPr>
          <p:cNvSpPr txBox="1"/>
          <p:nvPr/>
        </p:nvSpPr>
        <p:spPr>
          <a:xfrm>
            <a:off x="438539" y="800241"/>
            <a:ext cx="85001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Myntra – AI-Based Clothing Size Prediction</a:t>
            </a:r>
            <a:endParaRPr lang="en-IN" sz="1400"/>
          </a:p>
          <a:p>
            <a:r>
              <a:rPr lang="en-IN" sz="1400" b="1"/>
              <a:t>Business Problem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Wrong clothing size → Returns &amp; exchanges</a:t>
            </a:r>
          </a:p>
          <a:p>
            <a:r>
              <a:rPr lang="en-IN" sz="1400" b="1"/>
              <a:t>Company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Myntra</a:t>
            </a:r>
          </a:p>
          <a:p>
            <a:r>
              <a:rPr lang="en-IN" sz="1400" b="1"/>
              <a:t>Product/Service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Smart Size Recommendation</a:t>
            </a:r>
          </a:p>
          <a:p>
            <a:r>
              <a:rPr lang="en-IN" sz="1400" b="1"/>
              <a:t>ML Technique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Supervised Learning → Random Forest Classification</a:t>
            </a:r>
          </a:p>
          <a:p>
            <a:r>
              <a:rPr lang="en-IN" sz="1400" b="1"/>
              <a:t>Dataset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Customer + Product + Purchase + Return Data</a:t>
            </a:r>
          </a:p>
          <a:p>
            <a:r>
              <a:rPr lang="en-IN" sz="1400" b="1"/>
              <a:t>Data Processing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Cleaning → Encoding → Feature Selection → Train/Test Split</a:t>
            </a:r>
          </a:p>
          <a:p>
            <a:r>
              <a:rPr lang="en-IN" sz="1400" b="1"/>
              <a:t>Prediction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Recommended Clothing Size</a:t>
            </a:r>
          </a:p>
          <a:p>
            <a:r>
              <a:rPr lang="en-IN" sz="1400" b="1"/>
              <a:t>Business Insight</a:t>
            </a:r>
            <a:br>
              <a:rPr lang="en-IN" sz="1400"/>
            </a:br>
            <a:r>
              <a:rPr lang="en-IN" sz="1400"/>
              <a:t>↓</a:t>
            </a:r>
            <a:br>
              <a:rPr lang="en-IN" sz="1400"/>
            </a:br>
            <a:r>
              <a:rPr lang="en-IN" sz="1400"/>
              <a:t>Fewer Returns + Lower Cost + Better Customer Experience</a:t>
            </a:r>
          </a:p>
          <a:p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47545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A1B1CA-C53F-E58C-54DD-292770659743}"/>
              </a:ext>
            </a:extLst>
          </p:cNvPr>
          <p:cNvSpPr/>
          <p:nvPr/>
        </p:nvSpPr>
        <p:spPr>
          <a:xfrm>
            <a:off x="684980" y="373224"/>
            <a:ext cx="3905681" cy="223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rgbClr val="FF0066"/>
                </a:solidFill>
              </a:rPr>
              <a:t>11  .  </a:t>
            </a:r>
            <a:r>
              <a:rPr lang="en-US" sz="1000" err="1">
                <a:solidFill>
                  <a:srgbClr val="FF0066"/>
                </a:solidFill>
              </a:rPr>
              <a:t>Github</a:t>
            </a:r>
            <a:r>
              <a:rPr lang="en-US" sz="1000">
                <a:solidFill>
                  <a:srgbClr val="FF0066"/>
                </a:solidFill>
              </a:rPr>
              <a:t> Link  </a:t>
            </a:r>
            <a:endParaRPr lang="en-IN" sz="1000">
              <a:solidFill>
                <a:srgbClr val="FF006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9A780-C57C-8877-7A52-0E5F08A7AB31}"/>
              </a:ext>
            </a:extLst>
          </p:cNvPr>
          <p:cNvSpPr txBox="1"/>
          <p:nvPr/>
        </p:nvSpPr>
        <p:spPr>
          <a:xfrm>
            <a:off x="684980" y="905069"/>
            <a:ext cx="89628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Aariv Aggarwal : </a:t>
            </a:r>
            <a:r>
              <a:rPr lang="en-IN" u="sng">
                <a:hlinkClick r:id="rId2"/>
              </a:rPr>
              <a:t>https://github.com/Aariv08</a:t>
            </a:r>
            <a:endParaRPr lang="en-US"/>
          </a:p>
          <a:p>
            <a:r>
              <a:rPr lang="en-US"/>
              <a:t>Alika : </a:t>
            </a:r>
            <a:r>
              <a:rPr lang="en-IN" u="sng">
                <a:hlinkClick r:id="rId3"/>
              </a:rPr>
              <a:t>https://github.com/sharmaalika9-cyber</a:t>
            </a:r>
            <a:endParaRPr lang="en-US"/>
          </a:p>
          <a:p>
            <a:r>
              <a:rPr lang="en-US"/>
              <a:t>Bhavya :</a:t>
            </a:r>
            <a:r>
              <a:rPr lang="en-IN" u="sng">
                <a:hlinkClick r:id="rId4"/>
              </a:rPr>
              <a:t>https://github.com/bhavyapahuja027-boop</a:t>
            </a:r>
            <a:endParaRPr lang="en-US"/>
          </a:p>
          <a:p>
            <a:r>
              <a:rPr lang="en-US"/>
              <a:t>Aditya Arora :</a:t>
            </a:r>
            <a:r>
              <a:rPr lang="en-IN" u="sng">
                <a:hlinkClick r:id="rId5"/>
              </a:rPr>
              <a:t>adityaarora398-tech</a:t>
            </a:r>
            <a:endParaRPr lang="en-US"/>
          </a:p>
          <a:p>
            <a:r>
              <a:rPr lang="en-US"/>
              <a:t>Harshit Jain :</a:t>
            </a:r>
            <a:r>
              <a:rPr lang="en-IN" u="sng">
                <a:hlinkClick r:id="rId6"/>
              </a:rPr>
              <a:t>https://github.com/harshitjain7056-bot</a:t>
            </a:r>
            <a:endParaRPr lang="en-US"/>
          </a:p>
          <a:p>
            <a:r>
              <a:rPr lang="en-US"/>
              <a:t>Aman :</a:t>
            </a:r>
            <a:r>
              <a:rPr lang="en-IN" u="sng">
                <a:hlinkClick r:id="rId7"/>
              </a:rPr>
              <a:t>https://github.com/Matrixx-69</a:t>
            </a:r>
            <a:endParaRPr lang="en-US"/>
          </a:p>
          <a:p>
            <a:r>
              <a:rPr lang="en-US"/>
              <a:t>Kamalpreet Kaur : </a:t>
            </a:r>
            <a:r>
              <a:rPr lang="en-IN" u="sng">
                <a:hlinkClick r:id="rId8"/>
              </a:rPr>
              <a:t>https://github.com/kamal1106preet-lang</a:t>
            </a:r>
            <a:endParaRPr lang="en-US"/>
          </a:p>
          <a:p>
            <a:r>
              <a:rPr lang="en-US"/>
              <a:t>Hardik Garg :</a:t>
            </a:r>
            <a:r>
              <a:rPr lang="en-IN" u="sng">
                <a:hlinkClick r:id="rId9"/>
              </a:rPr>
              <a:t>https://github.com/garg26056-ui</a:t>
            </a:r>
            <a:endParaRPr lang="en-US"/>
          </a:p>
          <a:p>
            <a:r>
              <a:rPr lang="en-US"/>
              <a:t>Chirayu Goyal : </a:t>
            </a:r>
          </a:p>
          <a:p>
            <a:r>
              <a:rPr lang="en-US" err="1"/>
              <a:t>Harshpreet</a:t>
            </a:r>
            <a:r>
              <a:rPr lang="en-US"/>
              <a:t> Singh :</a:t>
            </a:r>
            <a:r>
              <a:rPr lang="en-IN" u="sng">
                <a:hlinkClick r:id="rId10"/>
              </a:rPr>
              <a:t>https://github.com/harshpreetsingh2582-cpu</a:t>
            </a:r>
            <a:endParaRPr lang="en-US"/>
          </a:p>
          <a:p>
            <a:r>
              <a:rPr lang="en-US"/>
              <a:t>Aditya Sharma </a:t>
            </a:r>
          </a:p>
          <a:p>
            <a:r>
              <a:rPr lang="en-US"/>
              <a:t>Gopal Jindal : </a:t>
            </a:r>
            <a:r>
              <a:rPr lang="en-IN" u="sng">
                <a:hlinkClick r:id="rId11"/>
              </a:rPr>
              <a:t>https://github.com/jindalgopal87-create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34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E8175D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Clothing Size Recommendation System  ·  Aman  ·  BBA Fintech &amp; AI, Chitkara Business School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Widescreen</PresentationFormat>
  <Paragraphs>247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Hardik Garg</cp:lastModifiedBy>
  <cp:revision>1</cp:revision>
  <dcterms:created xsi:type="dcterms:W3CDTF">2026-09-16T02:27:16Z</dcterms:created>
  <dcterms:modified xsi:type="dcterms:W3CDTF">2026-09-17T04:11:43Z</dcterms:modified>
</cp:coreProperties>
</file>